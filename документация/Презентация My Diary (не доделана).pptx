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8" r:id="rId6"/>
    <p:sldId id="269" r:id="rId7"/>
    <p:sldId id="267" r:id="rId8"/>
    <p:sldId id="263" r:id="rId9"/>
    <p:sldId id="264" r:id="rId10"/>
    <p:sldId id="265" r:id="rId11"/>
  </p:sldIdLst>
  <p:sldSz cx="12192000" cy="6858000"/>
  <p:notesSz cx="6858000" cy="9144000"/>
  <p:embeddedFontLst>
    <p:embeddedFont>
      <p:font typeface="Roboto" charset="0"/>
      <p:regular r:id="rId13"/>
      <p:bold r:id="rId14"/>
      <p:italic r:id="rId15"/>
      <p:boldItalic r:id="rId16"/>
    </p:embeddedFont>
    <p:embeddedFont>
      <p:font typeface="Calibri" pitchFamily="34" charset="0"/>
      <p:regular r:id="rId17"/>
      <p:bold r:id="rId18"/>
      <p:italic r:id="rId19"/>
      <p:boldItalic r:id="rId20"/>
    </p:embeddedFont>
    <p:embeddedFont>
      <p:font typeface="Merriweather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2" autoAdjust="0"/>
    <p:restoredTop sz="94609" autoAdjust="0"/>
  </p:normalViewPr>
  <p:slideViewPr>
    <p:cSldViewPr snapToGrid="0">
      <p:cViewPr varScale="1">
        <p:scale>
          <a:sx n="115" d="100"/>
          <a:sy n="115" d="100"/>
        </p:scale>
        <p:origin x="-396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 err="1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Кроссплатформенное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 приложение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  <p:pic>
        <p:nvPicPr>
          <p:cNvPr id="2052" name="Picture 4" descr="C:\Users\Milina\Downloads\rounded-in-photoretrica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98293" y="1621850"/>
            <a:ext cx="5356398" cy="4035249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Проектирование программного продукта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23207" y="1571002"/>
            <a:ext cx="1072341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Диаграмма вариантов использования                                                                                      Диаграмма деятельности</a:t>
            </a:r>
            <a:endParaRPr lang="ru-RU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Проектирование базы данных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723207" y="1571002"/>
            <a:ext cx="10723418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Инфологическая модель                                                                                                                 </a:t>
            </a:r>
            <a:r>
              <a:rPr lang="en-US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ER-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модель</a:t>
            </a:r>
            <a:endParaRPr lang="ru-RU" sz="1500" dirty="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 таблиц </a:t>
            </a:r>
            <a:r>
              <a:rPr lang="en-US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ER-</a:t>
            </a: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модели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25259" y="2282381"/>
            <a:ext cx="3528024" cy="17003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7674" y="5006714"/>
            <a:ext cx="5876158" cy="1475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97902" y="2278505"/>
            <a:ext cx="5836845" cy="1680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7140315" y="1109272"/>
            <a:ext cx="4731896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Основная таблица записей дневника. Хранит заголовок, дату создания и выбранное настроение.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484682" y="4096779"/>
            <a:ext cx="6096000" cy="78483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BlockContents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Реестр всех блоков контента.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454701" y="1109272"/>
            <a:ext cx="6096000" cy="11310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Таблица </a:t>
            </a:r>
            <a:r>
              <a:rPr lang="ru-RU" sz="1500" b="1" dirty="0" err="1" smtClean="0">
                <a:solidFill>
                  <a:srgbClr val="FFA709"/>
                </a:solidFill>
                <a:latin typeface="Roboto" charset="0"/>
                <a:ea typeface="Roboto" charset="0"/>
              </a:rPr>
              <a:t>PlacedStickers</a:t>
            </a:r>
            <a:r>
              <a:rPr lang="ru-RU" sz="1500" b="1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: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Данные о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стикерах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, размещенных на холсте записи (координаты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dx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/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dy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). Связана с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DiaryEntries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отношением 1:M.</a:t>
            </a:r>
            <a:endParaRPr lang="ru-RU" sz="1500" dirty="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Words>275</Words>
  <PresentationFormat>Произвольный</PresentationFormat>
  <Paragraphs>53</Paragraphs>
  <Slides>10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26</cp:revision>
  <dcterms:modified xsi:type="dcterms:W3CDTF">2026-06-24T14:16:41Z</dcterms:modified>
</cp:coreProperties>
</file>